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  <p:sldMasterId id="2147483789" r:id="rId2"/>
  </p:sldMasterIdLst>
  <p:notesMasterIdLst>
    <p:notesMasterId r:id="rId14"/>
  </p:notesMasterIdLst>
  <p:sldIdLst>
    <p:sldId id="1228" r:id="rId3"/>
    <p:sldId id="282" r:id="rId4"/>
    <p:sldId id="1234" r:id="rId5"/>
    <p:sldId id="1233" r:id="rId6"/>
    <p:sldId id="1235" r:id="rId7"/>
    <p:sldId id="1265" r:id="rId8"/>
    <p:sldId id="1266" r:id="rId9"/>
    <p:sldId id="1236" r:id="rId10"/>
    <p:sldId id="1242" r:id="rId11"/>
    <p:sldId id="1267" r:id="rId12"/>
    <p:sldId id="124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9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58" y="72"/>
      </p:cViewPr>
      <p:guideLst>
        <p:guide orient="horz" pos="2156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C32DB-E36E-402F-95D0-00507951D3D5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4D62D-636C-486B-9095-C9100FBA3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69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2D591-0E4B-4686-A6EB-2F0251155D5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663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4D62D-636C-486B-9095-C9100FBA3B1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789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5CC70-3D00-4083-0209-2477E6EC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9E6FB2-7140-2210-1B7D-E35A6443B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DB5138-7F8B-3FB7-2695-09B806AEE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CBA875-47EA-C2E6-390B-8983CB6F7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4D62D-636C-486B-9095-C9100FBA3B1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126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AA48-250B-BD31-02DC-519BAA535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FA74E-469F-731C-8BBE-0DA466CE5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DEFC4-179A-4E7B-7B5D-EC13BBE7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11CC9-5262-35C5-26EB-74E32428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7D34F-A0CC-0F6D-F47B-C0D58B52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26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E0E4-A761-C7AE-5153-D164BD3E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6307-6C05-21A1-1895-F85C28F9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DBD2-1BC2-66DE-1B8B-683A5C3C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FDA27-9EC1-DCEC-2507-1A98C91F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089D5-AC58-FB23-3A4A-C2A5CFC7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1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BF22-ECE2-80AC-E176-DB700BAA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D6B1D-F043-CF19-EE49-4A5591870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B5E00-1CF3-E3A6-744D-E8276D69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885D4-5B24-FF04-28EC-86F6A0E5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3DB2-0B17-093E-F20C-352A03E9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88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8E89-8031-7098-8E3B-BF113B03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5E953-5FE3-C957-5BB8-61596985F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80C93-1A89-F717-0DB0-AFCCA971B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5F542-5E9F-67F5-CF61-4B830BEB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60B87-7F44-EFDC-861E-C2BE66F7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BB41A-EB6C-5CCB-D523-E8DC8B56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11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72A2-DE27-BEA1-E072-52FE2019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D9025-3141-C7B6-0C17-EC40E771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25806-BDB0-8B81-3E88-D04E90BD4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6734C-4D0B-711D-D7D2-8E7BA3FF6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0B184-3F9B-9D3F-D47B-6E8BE3176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44DBC-0F71-3507-3010-6B1206D3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E50D51-3FEB-2FCF-1845-51CB6CA5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47698-FC7E-2C28-E624-7D9884EF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90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E80C-191E-09B6-D867-064A968E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6B9CC-FA47-D0CB-5DA5-7E5D85D5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7C490-924D-FADE-851E-0B5187408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E1FF6-5D41-099F-A1A8-3712D9A4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154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0C00E-53A7-6F91-D07E-766B3126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A1DFD-6EC8-FB45-93B3-0303B9F4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97ED-8D38-CED6-4360-CC9990A3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4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8924-F892-B9AC-9147-B640EDCB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BDD2A-28CB-20BA-A41D-C7E88A750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9D11B-C62A-AF4C-7071-4863DD7D4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1C1B-C15D-E9EA-A0AD-7ABB81B3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62C1-2B7C-9AE0-DFF1-6EB9FC30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7059F-5E19-EFB1-CED7-1766CB9A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64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1584-8FDB-BFBF-F90E-10C93272A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4AAFF-1A5A-2BE3-19F5-BF631868C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99AE0-3B9C-4E07-0366-D3FB68FBF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EA9FD-D263-A9ED-393E-CEB86776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1306C-72BE-99A7-C74A-43E6EF4C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74A32-6A37-574C-FF19-775EBCD0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74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1ECA2-7FD3-2888-13C7-82A4E332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81FE6-4754-4842-B004-CD1E4B522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24481-A555-DCF1-B8C1-F20DF8B7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B849E-4EA9-B29E-4946-2E3A85A3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78CD8-6F0F-6411-5DF0-2EC57793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5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8DC7B2-E06F-665E-894E-53F2DF0D4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4F607-69AD-5131-FA5F-FB6FC6169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A0F23-937E-039D-41D1-D3DD8F52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73AE5-D556-2C49-291E-19DBD0D2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22F56-1B21-BBD0-1E3D-CFD77B9D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447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1850" y="1710055"/>
            <a:ext cx="10516235" cy="285305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1850" y="4589780"/>
            <a:ext cx="10516235" cy="150050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6172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40105" y="1681480"/>
            <a:ext cx="5158105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840105" y="2505075"/>
            <a:ext cx="5158105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6172200" y="1681480"/>
            <a:ext cx="5184140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6172200" y="2505075"/>
            <a:ext cx="5184140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8724900" y="365125"/>
            <a:ext cx="2629535" cy="5812790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365125"/>
            <a:ext cx="7734935" cy="58127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E0E4-A761-C7AE-5153-D164BD3E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6307-6C05-21A1-1895-F85C28F9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DBD2-1BC2-66DE-1B8B-683A5C3C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FDA27-9EC1-DCEC-2507-1A98C91F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089D5-AC58-FB23-3A4A-C2A5CFC7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6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6A81F-01E6-D8D1-6D60-929F078F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ABB1D-91C4-BD8F-0413-4EB7908A3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01DFA-C2A0-DF88-2C90-39C609F37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68AD7-9FE9-45FB-96CB-FDD0BFFDA453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D31E1-4EDD-681D-87F6-5B5279669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FD046-098E-92F9-9B14-5686F5E74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AA65E-5E5C-4298-A47A-EF138A95C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72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</a:rPr>
              <a:t>Click to edit Master text styles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2025-06-28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90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479621E-6083-4A49-9A63-67827C89C3E5}"/>
              </a:ext>
            </a:extLst>
          </p:cNvPr>
          <p:cNvSpPr/>
          <p:nvPr/>
        </p:nvSpPr>
        <p:spPr>
          <a:xfrm>
            <a:off x="453390" y="1412240"/>
            <a:ext cx="3531736" cy="1618905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2000" b="1" dirty="0">
                <a:latin typeface="맑은 고딕" charset="0"/>
              </a:rPr>
              <a:t>쌍용교육센터 </a:t>
            </a:r>
            <a:r>
              <a:rPr lang="en-US" altLang="ko-KR" sz="2000" b="1" dirty="0">
                <a:latin typeface="맑은 고딕" charset="0"/>
              </a:rPr>
              <a:t>3</a:t>
            </a:r>
            <a:r>
              <a:rPr lang="ko-KR" altLang="en-US" sz="2000" b="1" dirty="0">
                <a:latin typeface="맑은 고딕" charset="0"/>
              </a:rPr>
              <a:t>강의실 </a:t>
            </a:r>
            <a:r>
              <a:rPr lang="en-US" altLang="ko-KR" sz="2000" b="1" dirty="0">
                <a:latin typeface="맑은 고딕" charset="0"/>
              </a:rPr>
              <a:t>4</a:t>
            </a:r>
            <a:r>
              <a:rPr lang="ko-KR" altLang="en-US" sz="2000" b="1" dirty="0">
                <a:latin typeface="맑은 고딕" charset="0"/>
              </a:rPr>
              <a:t>조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2000" b="1" dirty="0">
                <a:latin typeface="맑은 고딕" charset="0"/>
              </a:rPr>
              <a:t>사원관리 프로젝트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3000" b="1" dirty="0">
                <a:latin typeface="맑은 고딕" charset="0"/>
              </a:rPr>
              <a:t>클래스 설계 보고서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853870"/>
              </p:ext>
            </p:extLst>
          </p:nvPr>
        </p:nvGraphicFramePr>
        <p:xfrm>
          <a:off x="572135" y="3373120"/>
          <a:ext cx="3705225" cy="7188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900" b="1" i="0" kern="1200" spc="-140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900" b="1" i="0" kern="1200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805" marR="90805" marT="46355" marB="46355"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900" b="1" i="0" kern="1200" dirty="0" err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신준수</a:t>
                      </a:r>
                      <a:endParaRPr lang="ko-KR" altLang="en-US" sz="900" b="1" i="0" kern="1200" dirty="0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805" marR="90805" marT="46355" marB="4635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900" b="0" i="0" kern="1200" spc="-14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검수자</a:t>
                      </a:r>
                      <a:endParaRPr lang="ko-KR" altLang="en-US" sz="900" b="0" i="0" kern="120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805" marR="90805" marT="46355" marB="46355"/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최종민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, 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정상준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, 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성용준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, 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장영환</a:t>
                      </a:r>
                    </a:p>
                  </a:txBody>
                  <a:tcPr marL="90805" marR="90805" marT="46355" marB="4635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33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9BD17AD-034A-4652-83D5-DDB2F3054758}"/>
              </a:ext>
            </a:extLst>
          </p:cNvPr>
          <p:cNvSpPr/>
          <p:nvPr/>
        </p:nvSpPr>
        <p:spPr>
          <a:xfrm>
            <a:off x="279400" y="234950"/>
            <a:ext cx="640715" cy="340995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ko-KR" altLang="ko-KR" b="1">
                <a:latin typeface="맑은 고딕" charset="0"/>
                <a:ea typeface="맑은 고딕" charset="0"/>
              </a:rPr>
              <a:t>목차</a:t>
            </a:r>
            <a:endParaRPr lang="ko-KR" altLang="en-US" b="1">
              <a:latin typeface="맑은 고딕" charset="0"/>
              <a:ea typeface="맑은 고딕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14BD707-BAC6-4AE2-A140-B03188DA164F}"/>
              </a:ext>
            </a:extLst>
          </p:cNvPr>
          <p:cNvCxnSpPr/>
          <p:nvPr/>
        </p:nvCxnSpPr>
        <p:spPr>
          <a:xfrm>
            <a:off x="135255" y="621665"/>
            <a:ext cx="1196022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상자 44"/>
          <p:cNvSpPr txBox="1">
            <a:spLocks/>
          </p:cNvSpPr>
          <p:nvPr/>
        </p:nvSpPr>
        <p:spPr>
          <a:xfrm>
            <a:off x="1095375" y="1270000"/>
            <a:ext cx="4699635" cy="647613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3600" dirty="0">
                <a:latin typeface="맑은 고딕" charset="0"/>
                <a:ea typeface="맑은 고딕" charset="0"/>
              </a:rPr>
              <a:t>1. </a:t>
            </a:r>
            <a:r>
              <a:rPr lang="ko-KR" altLang="en-US" sz="3600" dirty="0">
                <a:latin typeface="맑은 고딕" charset="0"/>
                <a:ea typeface="맑은 고딕" charset="0"/>
              </a:rPr>
              <a:t>패키지 다이어그램</a:t>
            </a:r>
          </a:p>
        </p:txBody>
      </p:sp>
      <p:sp>
        <p:nvSpPr>
          <p:cNvPr id="7" name="텍스트 상자 45"/>
          <p:cNvSpPr txBox="1">
            <a:spLocks/>
          </p:cNvSpPr>
          <p:nvPr/>
        </p:nvSpPr>
        <p:spPr>
          <a:xfrm>
            <a:off x="1095375" y="2984500"/>
            <a:ext cx="5798484" cy="647613"/>
          </a:xfrm>
          <a:prstGeom prst="rect">
            <a:avLst/>
          </a:prstGeom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3600" dirty="0">
                <a:latin typeface="맑은 고딕" charset="0"/>
                <a:ea typeface="맑은 고딕" charset="0"/>
              </a:rPr>
              <a:t>2</a:t>
            </a:r>
            <a:r>
              <a:rPr sz="3600" dirty="0">
                <a:latin typeface="맑은 고딕" charset="0"/>
                <a:ea typeface="맑은 고딕" charset="0"/>
              </a:rPr>
              <a:t>. </a:t>
            </a:r>
            <a:r>
              <a:rPr lang="ko-KR" altLang="en-US" sz="3600" dirty="0" err="1">
                <a:latin typeface="맑은 고딕" charset="0"/>
                <a:ea typeface="맑은 고딕" charset="0"/>
              </a:rPr>
              <a:t>유스케이스</a:t>
            </a:r>
            <a:endParaRPr lang="ko-KR" altLang="en-US" sz="3600" dirty="0"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46"/>
          <p:cNvSpPr txBox="1">
            <a:spLocks/>
          </p:cNvSpPr>
          <p:nvPr/>
        </p:nvSpPr>
        <p:spPr>
          <a:xfrm>
            <a:off x="1095375" y="4683125"/>
            <a:ext cx="4699635" cy="647613"/>
          </a:xfrm>
          <a:prstGeom prst="rect">
            <a:avLst/>
          </a:prstGeom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3600" dirty="0">
                <a:latin typeface="맑은 고딕" charset="0"/>
                <a:ea typeface="맑은 고딕" charset="0"/>
              </a:rPr>
              <a:t>3</a:t>
            </a:r>
            <a:r>
              <a:rPr sz="3600" dirty="0">
                <a:latin typeface="맑은 고딕" charset="0"/>
                <a:ea typeface="맑은 고딕" charset="0"/>
              </a:rPr>
              <a:t>. </a:t>
            </a:r>
            <a:r>
              <a:rPr lang="ko-KR" altLang="en-US" sz="3600" dirty="0">
                <a:latin typeface="맑은 고딕" charset="0"/>
                <a:ea typeface="맑은 고딕" charset="0"/>
              </a:rPr>
              <a:t>클래스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130665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Rect 0"/>
          <p:cNvCxnSpPr/>
          <p:nvPr/>
        </p:nvCxnSpPr>
        <p:spPr>
          <a:xfrm>
            <a:off x="135255" y="621665"/>
            <a:ext cx="11960860" cy="635"/>
          </a:xfrm>
          <a:prstGeom prst="line">
            <a:avLst/>
          </a:prstGeom>
          <a:ln w="952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3807105" y="3105193"/>
            <a:ext cx="4577790" cy="647613"/>
          </a:xfrm>
          <a:prstGeom prst="rect">
            <a:avLst/>
          </a:prstGeom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3600" dirty="0">
                <a:latin typeface="맑은 고딕" charset="0"/>
                <a:ea typeface="맑은 고딕" charset="0"/>
              </a:rPr>
              <a:t>1. </a:t>
            </a:r>
            <a:r>
              <a:rPr lang="ko-KR" altLang="en-US" sz="3600" dirty="0">
                <a:latin typeface="맑은 고딕" charset="0"/>
                <a:ea typeface="맑은 고딕" charset="0"/>
              </a:rPr>
              <a:t>패키지 다이어그램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>
            <a:spLocks/>
          </p:cNvSpPr>
          <p:nvPr/>
        </p:nvSpPr>
        <p:spPr>
          <a:xfrm>
            <a:off x="279400" y="234950"/>
            <a:ext cx="2113079" cy="341632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ko-KR" altLang="en-US" b="1" dirty="0">
                <a:latin typeface="맑은 고딕" charset="0"/>
                <a:ea typeface="맑은 고딕" charset="0"/>
              </a:rPr>
              <a:t>패키지 다이어그램</a:t>
            </a:r>
          </a:p>
        </p:txBody>
      </p:sp>
      <p:cxnSp>
        <p:nvCxnSpPr>
          <p:cNvPr id="5" name="Rect 0"/>
          <p:cNvCxnSpPr/>
          <p:nvPr/>
        </p:nvCxnSpPr>
        <p:spPr>
          <a:xfrm>
            <a:off x="135255" y="621665"/>
            <a:ext cx="11960860" cy="635"/>
          </a:xfrm>
          <a:prstGeom prst="line">
            <a:avLst/>
          </a:prstGeom>
          <a:ln w="952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2884FF-6C9F-18FB-D5F4-74AF4EF93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6" y="1179694"/>
            <a:ext cx="10529888" cy="5209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Rect 0"/>
          <p:cNvCxnSpPr/>
          <p:nvPr/>
        </p:nvCxnSpPr>
        <p:spPr>
          <a:xfrm>
            <a:off x="135255" y="621665"/>
            <a:ext cx="11960860" cy="635"/>
          </a:xfrm>
          <a:prstGeom prst="line">
            <a:avLst/>
          </a:prstGeom>
          <a:ln w="952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4560607" y="3105467"/>
            <a:ext cx="3070785" cy="647065"/>
          </a:xfrm>
          <a:prstGeom prst="rect">
            <a:avLst/>
          </a:prstGeom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3600" dirty="0">
                <a:latin typeface="맑은 고딕" charset="0"/>
                <a:ea typeface="맑은 고딕" charset="0"/>
              </a:rPr>
              <a:t>2</a:t>
            </a:r>
            <a:r>
              <a:rPr sz="3600" dirty="0">
                <a:latin typeface="맑은 고딕" charset="0"/>
                <a:ea typeface="맑은 고딕" charset="0"/>
              </a:rPr>
              <a:t>. </a:t>
            </a:r>
            <a:r>
              <a:rPr lang="ko-KR" altLang="en-US" sz="3600" dirty="0" err="1">
                <a:latin typeface="맑은 고딕" charset="0"/>
                <a:ea typeface="맑은 고딕" charset="0"/>
              </a:rPr>
              <a:t>유스케이스</a:t>
            </a:r>
            <a:endParaRPr lang="ko-KR" altLang="en-US" sz="3600" dirty="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4C4C1-4733-E322-CA75-D62443AF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7620C2A6-154B-8EE0-0C8D-3B53F6B703A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사용자 </a:t>
                      </a:r>
                      <a:r>
                        <a:rPr lang="ko-KR" altLang="en-US" b="1" kern="1200" dirty="0" err="1">
                          <a:solidFill>
                            <a:schemeClr val="tx1"/>
                          </a:solidFill>
                        </a:rPr>
                        <a:t>유스케이스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ERD</a:t>
                      </a: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 ID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No. 1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그림 2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6A5B51-CE4C-6073-3049-CCE2C4015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507" y="497950"/>
            <a:ext cx="9192986" cy="58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1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031ED-DAB6-5AA6-CAD1-832A46A0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3E7E09F7-93E5-88F7-E82D-9066C09D0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797651"/>
              </p:ext>
            </p:extLst>
          </p:nvPr>
        </p:nvGraphicFramePr>
        <p:xfrm>
          <a:off x="0" y="0"/>
          <a:ext cx="12192000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사용자 </a:t>
                      </a:r>
                      <a:r>
                        <a:rPr lang="ko-KR" altLang="en-US" b="1" kern="1200" dirty="0" err="1">
                          <a:solidFill>
                            <a:schemeClr val="tx1"/>
                          </a:solidFill>
                        </a:rPr>
                        <a:t>유스케이스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ERD</a:t>
                      </a: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 ID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No. 1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그림 2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8DE796-039C-3584-3D02-87AD1312C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474" y="1191985"/>
            <a:ext cx="9661051" cy="447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Rect 0"/>
          <p:cNvCxnSpPr/>
          <p:nvPr/>
        </p:nvCxnSpPr>
        <p:spPr>
          <a:xfrm>
            <a:off x="135255" y="621665"/>
            <a:ext cx="11960860" cy="635"/>
          </a:xfrm>
          <a:prstGeom prst="line">
            <a:avLst/>
          </a:prstGeom>
          <a:ln w="952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3807105" y="3105193"/>
            <a:ext cx="4577790" cy="647613"/>
          </a:xfrm>
          <a:prstGeom prst="rect">
            <a:avLst/>
          </a:prstGeom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3600" dirty="0">
                <a:latin typeface="맑은 고딕" charset="0"/>
                <a:ea typeface="맑은 고딕" charset="0"/>
              </a:rPr>
              <a:t>3</a:t>
            </a:r>
            <a:r>
              <a:rPr sz="3600" dirty="0">
                <a:latin typeface="맑은 고딕" charset="0"/>
                <a:ea typeface="맑은 고딕" charset="0"/>
              </a:rPr>
              <a:t>. </a:t>
            </a:r>
            <a:r>
              <a:rPr lang="ko-KR" altLang="en-US" sz="3600" dirty="0">
                <a:latin typeface="맑은 고딕" charset="0"/>
                <a:ea typeface="맑은 고딕" charset="0"/>
              </a:rPr>
              <a:t>클래스 다이어그램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068059"/>
              </p:ext>
            </p:extLst>
          </p:nvPr>
        </p:nvGraphicFramePr>
        <p:xfrm>
          <a:off x="0" y="0"/>
          <a:ext cx="12192000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클래스 다이어그램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ERD</a:t>
                      </a: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 ID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 dirty="0" err="1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ko-KR" altLang="ko-KR" b="1" kern="12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b="1" kern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BE5845-86BA-9B25-9228-21EA5A90C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848" y="1079499"/>
            <a:ext cx="9559686" cy="515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4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60AE-1FF7-71F1-D308-5AF660C4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4B7ECB8-1F84-FA45-8F75-5572237DE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827437"/>
              </p:ext>
            </p:extLst>
          </p:nvPr>
        </p:nvGraphicFramePr>
        <p:xfrm>
          <a:off x="0" y="0"/>
          <a:ext cx="12192000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클래스 다이어그램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ERD</a:t>
                      </a: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 ID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 dirty="0" err="1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ko-KR" altLang="ko-KR" b="1" kern="12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b="1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사용자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그림 3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CFEBA7-7699-EE07-7B04-F8BE18697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7" y="695325"/>
            <a:ext cx="11333908" cy="580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8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752087"/>
              </p:ext>
            </p:extLst>
          </p:nvPr>
        </p:nvGraphicFramePr>
        <p:xfrm>
          <a:off x="0" y="0"/>
          <a:ext cx="12192000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클래스 다이어그램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>
                          <a:solidFill>
                            <a:schemeClr val="tx1"/>
                          </a:solidFill>
                        </a:rPr>
                        <a:t>ERD</a:t>
                      </a: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 ID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ko-KR" b="1" kern="1200" dirty="0" err="1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ko-KR" altLang="ko-KR" b="1" kern="12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b="1" kern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1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b="1" kern="120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b="1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b="1" kern="1200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BB8817-D822-DBAF-B22E-846760272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64" y="713974"/>
            <a:ext cx="8265752" cy="555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3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Pages>9</Pages>
  <Words>107</Words>
  <Characters>0</Characters>
  <Application>Microsoft Office PowerPoint</Application>
  <DocSecurity>0</DocSecurity>
  <PresentationFormat>와이드스크린</PresentationFormat>
  <Lines>0</Lines>
  <Paragraphs>52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Patrick Jones</cp:lastModifiedBy>
  <cp:revision>30</cp:revision>
  <dcterms:modified xsi:type="dcterms:W3CDTF">2025-06-28T08:58:48Z</dcterms:modified>
  <cp:version>10.105.224.52366</cp:version>
</cp:coreProperties>
</file>